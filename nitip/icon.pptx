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3" d="100"/>
          <a:sy n="73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06C8-06A1-E23C-A072-F4CCBA58C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7ECB9-BB93-D7B9-1717-69DBA0736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B4EC1-4F1E-84E2-DD22-875A20BDB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FC0BC-B741-3F09-0756-742C305C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A53F1-FDC3-D0A6-E82A-0A7DDF0B5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0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DCCD1-3231-19A3-16F1-CBC02B08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BE46A-1DEC-6ABD-A34A-C1455B13B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42F60-915F-4EDC-1E6A-4D82BC35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00AFB-C7DB-B514-3BEE-387AE3F8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C6A47-340B-2358-1132-00048B3A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0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B2D6-4821-C2C2-3CC4-FCC62C6F6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C013C-9FF0-1E88-80D0-279A4865F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C6E17-D958-8C7E-9585-372DE5C1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18C8D-90AE-D878-E7E7-FA74CF652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C5AD-2A3B-98D8-E82A-581F24E71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2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BA2C-12FB-6533-920B-9A6A30D2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06F6D-F360-E159-5E8F-583992D20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576F7-E149-D19A-2D6A-2B58E49F2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95357-7100-94A1-F9C2-10C33A552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47DA9-56CB-B2B3-F121-97F5C4E5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4928C-49CF-96F2-B6D4-7F0D9AD8C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2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A0C11-ABBE-9985-2F94-F6087776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0C13E-3D9C-9BF8-5342-753DF3347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8A5EA-8BBE-65DC-624F-DFEA03D8C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178F8E-6AE2-1198-19DA-E546C704F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AFA45-40DE-A4C0-9053-4CE3A1244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9EC666-A351-E48F-3E6A-A90673B5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978A8-020B-40D8-B125-71D6749D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CD85A2-2E5A-5ECF-CB84-069C05A8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5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43BE-0E30-7A01-0867-62D5F1FA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C095B-91C0-9E5D-A779-810F51F21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B890C-7869-BC27-C617-C4FA173A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05D84-6A30-9726-568C-5ACD823C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39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7BC80-64ED-1B47-1620-9E85F190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424EB-AD51-622B-FBAA-93ACC90B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68C08-6E7A-C3E4-4E40-FC2747F3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9093-4652-637A-A842-6E0BEFC3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3B0D-CCBD-E008-391C-2F40A6A7F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0CBC5-044A-36C6-D336-634B5A7FD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0AB41-53CD-4C27-5782-1459050E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127A6-C19B-DB13-E4EB-071ED27B8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35300-CE63-8CFA-995D-F47C606BF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99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47F8A-A211-A7A6-4E8E-F0C8141BC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F54F-0E36-7329-EB7D-A72662672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405F2-7262-7251-1804-B46351DE7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762EC-14F8-BFAD-80F1-433C33DC8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8D057-9FEA-46D3-822B-1501D0DE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C8AC8-CE59-7B5A-E58E-EE434A07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5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899A-C091-AF2E-B396-33F73C75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423CD-A338-7873-62EB-42082129A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0D918-FA86-EF4F-0C6C-A4CC34BBF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EFD21-505C-A697-96BB-3EB5AD0C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5A65-F4C6-9292-E761-84551305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8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F44AC-FD4D-9C6A-3DA0-755E1A201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81F98-A0A9-AC82-3092-1B7C7D1BC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BEB77-C9E7-A210-6AEB-063FF273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40BB6-82E5-A5C3-2EA7-20EF1F27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466F4-4BF8-DE38-B14F-7B0AEB2A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0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2E9371-C8D8-6072-335F-BE830F999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60963-DCF2-3E0D-786B-C6125885D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FFC8A-1CD4-522B-47C6-12EFD0D1B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6CADE-5DB2-4F2F-B3E2-855C04487A5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FB006-3D8F-3C98-481B-BC50D0FCA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CCB3C-3A45-81BA-D2DF-FE02B65CF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25691-BA49-4EA2-A461-47A59E6BE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4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B30605-6DE6-A34D-264D-56DEBA8F29CF}"/>
              </a:ext>
            </a:extLst>
          </p:cNvPr>
          <p:cNvSpPr/>
          <p:nvPr/>
        </p:nvSpPr>
        <p:spPr>
          <a:xfrm>
            <a:off x="2806336" y="0"/>
            <a:ext cx="5656217" cy="6858000"/>
          </a:xfrm>
          <a:prstGeom prst="roundRect">
            <a:avLst>
              <a:gd name="adj" fmla="val 6505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an ">
            <a:extLst>
              <a:ext uri="{FF2B5EF4-FFF2-40B4-BE49-F238E27FC236}">
                <a16:creationId xmlns:a16="http://schemas.microsoft.com/office/drawing/2014/main" id="{B04F2817-7151-34A9-53B5-86A65646A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519" y="201386"/>
            <a:ext cx="485502" cy="485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E8F28F-3758-86E8-7548-E15E21FF1EBE}"/>
              </a:ext>
            </a:extLst>
          </p:cNvPr>
          <p:cNvSpPr txBox="1"/>
          <p:nvPr/>
        </p:nvSpPr>
        <p:spPr>
          <a:xfrm>
            <a:off x="3503021" y="285597"/>
            <a:ext cx="1711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ADY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7AED326-8C36-9796-FBF2-80CC275D4399}"/>
              </a:ext>
            </a:extLst>
          </p:cNvPr>
          <p:cNvSpPr/>
          <p:nvPr/>
        </p:nvSpPr>
        <p:spPr>
          <a:xfrm>
            <a:off x="3017519" y="888274"/>
            <a:ext cx="2899955" cy="1175657"/>
          </a:xfrm>
          <a:prstGeom prst="wedgeRoundRectCallo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Hai</a:t>
            </a:r>
          </a:p>
        </p:txBody>
      </p:sp>
      <p:pic>
        <p:nvPicPr>
          <p:cNvPr id="1030" name="Picture 6" descr="Woman ">
            <a:extLst>
              <a:ext uri="{FF2B5EF4-FFF2-40B4-BE49-F238E27FC236}">
                <a16:creationId xmlns:a16="http://schemas.microsoft.com/office/drawing/2014/main" id="{5F0D0EFE-4B0C-7008-5036-EAB5DFBB7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677" y="2372137"/>
            <a:ext cx="485502" cy="485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76660C-7903-1FA9-D8F7-8D9A22F78954}"/>
              </a:ext>
            </a:extLst>
          </p:cNvPr>
          <p:cNvSpPr txBox="1"/>
          <p:nvPr/>
        </p:nvSpPr>
        <p:spPr>
          <a:xfrm>
            <a:off x="7044687" y="2407467"/>
            <a:ext cx="1375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DILLA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66723078-19E2-F5AE-D333-A52D693D6E76}"/>
              </a:ext>
            </a:extLst>
          </p:cNvPr>
          <p:cNvSpPr/>
          <p:nvPr/>
        </p:nvSpPr>
        <p:spPr>
          <a:xfrm>
            <a:off x="5355224" y="3065291"/>
            <a:ext cx="2899955" cy="1175657"/>
          </a:xfrm>
          <a:prstGeom prst="wedgeRoundRectCallo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Hai Juga</a:t>
            </a:r>
          </a:p>
        </p:txBody>
      </p:sp>
    </p:spTree>
    <p:extLst>
      <p:ext uri="{BB962C8B-B14F-4D97-AF65-F5344CB8AC3E}">
        <p14:creationId xmlns:p14="http://schemas.microsoft.com/office/powerpoint/2010/main" val="69933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ady tiya</dc:creator>
  <cp:lastModifiedBy>ady tiya</cp:lastModifiedBy>
  <cp:revision>1</cp:revision>
  <dcterms:created xsi:type="dcterms:W3CDTF">2026-05-24T13:09:31Z</dcterms:created>
  <dcterms:modified xsi:type="dcterms:W3CDTF">2026-05-24T13:09:45Z</dcterms:modified>
</cp:coreProperties>
</file>